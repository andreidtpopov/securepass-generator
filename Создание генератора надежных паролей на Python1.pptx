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6" d="100"/>
          <a:sy n="166" d="100"/>
        </p:scale>
        <p:origin x="-36" y="-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72F27-EA4D-444B-8E85-03CEF5EAA16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466A1-593C-459F-A4C9-39B0B07BB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6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-app.sberdevices.ru/misc/0.0.0/assets/gigachat-web/4800df65_f86d14e9ca939d5dcee17c79950bd1c57cedf23e.png"/>
          <p:cNvPicPr>
            <a:picLocks noChangeAspect="1"/>
          </p:cNvPicPr>
          <p:nvPr/>
        </p:nvPicPr>
        <p:blipFill>
          <a:blip r:embed="rId3"/>
          <a:srcRect t="25687" b="25687"/>
          <a:stretch/>
        </p:blipFill>
        <p:spPr>
          <a:xfrm>
            <a:off x="274320" y="462915"/>
            <a:ext cx="8613321" cy="41882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97059" y="1838217"/>
            <a:ext cx="3931920" cy="29317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Генератор Надежных Паролей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Простое приложение на Python для генерации сложных и надежных паролей разной длины и сложности.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82880" y="205740"/>
            <a:ext cx="3383280" cy="1903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SecurePass-Generator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b4162-2d0c-7e9b-9ec6-192eb920cb73/019bbb36-31cf-7802-bd47-ed85c9ccec49.jpg"/>
          <p:cNvPicPr>
            <a:picLocks noChangeAspect="1"/>
          </p:cNvPicPr>
          <p:nvPr/>
        </p:nvPicPr>
        <p:blipFill>
          <a:blip r:embed="rId3"/>
          <a:srcRect l="13674" r="13674"/>
          <a:stretch/>
        </p:blipFill>
        <p:spPr>
          <a:xfrm>
            <a:off x="4490254" y="1348414"/>
            <a:ext cx="4653746" cy="3660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Что такое SecurePass-Generator?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65760" y="1594485"/>
            <a:ext cx="393192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SecurePass-Generator — это простое приложение на Python, предназначенное для генерации надежных и сложных паролей. Оно позволяет создавать пароли разной длины и сложности, обеспечивая высокий уровень безопасности личных данных.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b4162-2d0c-7e9b-9ec6-192eb920cb73/019bbb36-34dc-79ac-8afa-e9e8473fb30f.jpg"/>
          <p:cNvPicPr>
            <a:picLocks noChangeAspect="1"/>
          </p:cNvPicPr>
          <p:nvPr/>
        </p:nvPicPr>
        <p:blipFill>
          <a:blip r:embed="rId3"/>
          <a:srcRect t="19372" b="19372"/>
          <a:stretch/>
        </p:blipFill>
        <p:spPr>
          <a:xfrm>
            <a:off x="4572000" y="257175"/>
            <a:ext cx="4310743" cy="4620986"/>
          </a:xfrm>
          <a:prstGeom prst="rect">
            <a:avLst/>
          </a:prstGeom>
        </p:spPr>
      </p:pic>
      <p:pic>
        <p:nvPicPr>
          <p:cNvPr id="3" name="Image 1" descr="https://cdn-app.sberdevices.ru/misc/0.0.0/assets/gigachat-web/f279b7d8_Image-Shape.png"/>
          <p:cNvPicPr>
            <a:picLocks noChangeAspect="1"/>
          </p:cNvPicPr>
          <p:nvPr/>
        </p:nvPicPr>
        <p:blipFill>
          <a:blip r:embed="rId4"/>
          <a:srcRect l="3357" r="3357"/>
          <a:stretch/>
        </p:blipFill>
        <p:spPr>
          <a:xfrm>
            <a:off x="274320" y="257175"/>
            <a:ext cx="4310743" cy="46209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14350"/>
            <a:ext cx="274320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Зачем нужен надежный пароль?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80188" y="1513250"/>
            <a:ext cx="2743200" cy="2108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Защищает личные данные от несанкционированного доступа.</a:t>
            </a: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Предотвращает взлом аккаунтов и кражу информации.</a:t>
            </a: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Повышает общий уровень безопасности онлайн.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b4162-2d0c-7e9b-9ec6-192eb920cb73/019bbb35-d84f-71ce-9f62-7fc374dfd57b.jpg"/>
          <p:cNvPicPr>
            <a:picLocks noChangeAspect="1"/>
          </p:cNvPicPr>
          <p:nvPr/>
        </p:nvPicPr>
        <p:blipFill>
          <a:blip r:embed="rId3"/>
          <a:srcRect t="3262" b="3262"/>
          <a:stretch/>
        </p:blipFill>
        <p:spPr>
          <a:xfrm>
            <a:off x="274320" y="257175"/>
            <a:ext cx="28248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257175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Как работает SecurePass-Generator?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23360" y="1131570"/>
            <a:ext cx="3931920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Пользователь вводит параметры пароля, такие как длина и сложность. Приложение генерирует пароль на основе заданных параметров, обеспечивая высокую надежность и безопасность.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b4162-2d0c-7e9b-9ec6-192eb920cb73/019bbb36-3651-7366-877d-428e1855565d.jpg"/>
          <p:cNvPicPr>
            <a:picLocks noChangeAspect="1"/>
          </p:cNvPicPr>
          <p:nvPr/>
        </p:nvPicPr>
        <p:blipFill>
          <a:blip r:embed="rId3"/>
          <a:srcRect t="17857" b="17857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308610"/>
            <a:ext cx="393192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Преимущества использования SecurePass-Generator</a:t>
            </a:r>
            <a:endParaRPr lang="en-US" sz="1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37760" y="977265"/>
            <a:ext cx="393192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Простота использования: интуитивно понятный интерфейс для генерации паролей.</a:t>
            </a: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Высокая надежность паролей: создание сложных паролей, устойчивых к взлому.</a:t>
            </a: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Бесплатное использование: доступное решение без дополнительных затрат.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-app.sberdevices.ru/misc/0.0.0/assets/gigachat-web/1247d427_Image-Element_(2).png"/>
          <p:cNvPicPr>
            <a:picLocks noChangeAspect="1"/>
          </p:cNvPicPr>
          <p:nvPr/>
        </p:nvPicPr>
        <p:blipFill>
          <a:blip r:embed="rId3"/>
          <a:srcRect l="164" r="164"/>
          <a:stretch/>
        </p:blipFill>
        <p:spPr>
          <a:xfrm>
            <a:off x="0" y="2674620"/>
            <a:ext cx="9144000" cy="2481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1753" y="2263140"/>
            <a:ext cx="584410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3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Спасибо за внимание!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</Words>
  <Application>Microsoft Office PowerPoint</Application>
  <PresentationFormat>Экран (16:9)</PresentationFormat>
  <Paragraphs>22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andrejpopov8393@outlook.com</cp:lastModifiedBy>
  <cp:revision>2</cp:revision>
  <dcterms:created xsi:type="dcterms:W3CDTF">2026-01-14T06:38:34Z</dcterms:created>
  <dcterms:modified xsi:type="dcterms:W3CDTF">2026-01-14T06:43:10Z</dcterms:modified>
</cp:coreProperties>
</file>